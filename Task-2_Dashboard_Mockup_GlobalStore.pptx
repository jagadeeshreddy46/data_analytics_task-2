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Central</c:v>
                </c:pt>
                <c:pt idx="1">
                  <c:v>South</c:v>
                </c:pt>
                <c:pt idx="2">
                  <c:v>North</c:v>
                </c:pt>
                <c:pt idx="3">
                  <c:v>Oceania</c:v>
                </c:pt>
                <c:pt idx="4">
                  <c:v>Southeast Asia</c:v>
                </c:pt>
                <c:pt idx="5">
                  <c:v>North Asia</c:v>
                </c:pt>
                <c:pt idx="6">
                  <c:v>EMEA</c:v>
                </c:pt>
                <c:pt idx="7">
                  <c:v>Africa</c:v>
                </c:pt>
                <c:pt idx="8">
                  <c:v>Central Asia</c:v>
                </c:pt>
                <c:pt idx="9">
                  <c:v>West</c:v>
                </c:pt>
                <c:pt idx="10">
                  <c:v>East</c:v>
                </c:pt>
                <c:pt idx="11">
                  <c:v>Caribbean</c:v>
                </c:pt>
                <c:pt idx="12">
                  <c:v>Canada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2822302.51994</c:v>
                </c:pt>
                <c:pt idx="1">
                  <c:v>1600907.04088</c:v>
                </c:pt>
                <c:pt idx="2">
                  <c:v>1248165.60252</c:v>
                </c:pt>
                <c:pt idx="3">
                  <c:v>1100184.612</c:v>
                </c:pt>
                <c:pt idx="4">
                  <c:v>884423.169</c:v>
                </c:pt>
                <c:pt idx="5">
                  <c:v>848309.781</c:v>
                </c:pt>
                <c:pt idx="6">
                  <c:v>806161.311</c:v>
                </c:pt>
                <c:pt idx="7">
                  <c:v>783773.211</c:v>
                </c:pt>
                <c:pt idx="8">
                  <c:v>752826.567</c:v>
                </c:pt>
                <c:pt idx="9">
                  <c:v>725457.8245</c:v>
                </c:pt>
                <c:pt idx="10">
                  <c:v>678781.24</c:v>
                </c:pt>
                <c:pt idx="11">
                  <c:v>324280.86104</c:v>
                </c:pt>
                <c:pt idx="12">
                  <c:v>66928.17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663778.73318</c:v>
                </c:pt>
                <c:pt idx="1">
                  <c:v>518473.8343</c:v>
                </c:pt>
                <c:pt idx="2">
                  <c:v>285204.7238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marker>
            <c:symbol val="none"/>
          </c:marker>
          <c:cat>
            <c:strRef>
              <c:f>Sheet1!$A$2:$A$49</c:f>
              <c:strCache>
                <c:ptCount val="48"/>
                <c:pt idx="0">
                  <c:v>2011-01</c:v>
                </c:pt>
                <c:pt idx="1">
                  <c:v>2011-02</c:v>
                </c:pt>
                <c:pt idx="2">
                  <c:v>2011-03</c:v>
                </c:pt>
                <c:pt idx="3">
                  <c:v>2011-04</c:v>
                </c:pt>
                <c:pt idx="4">
                  <c:v>2011-05</c:v>
                </c:pt>
                <c:pt idx="5">
                  <c:v>2011-06</c:v>
                </c:pt>
                <c:pt idx="6">
                  <c:v>2011-07</c:v>
                </c:pt>
                <c:pt idx="7">
                  <c:v>2011-08</c:v>
                </c:pt>
                <c:pt idx="8">
                  <c:v>2011-09</c:v>
                </c:pt>
                <c:pt idx="9">
                  <c:v>2011-10</c:v>
                </c:pt>
                <c:pt idx="10">
                  <c:v>2011-11</c:v>
                </c:pt>
                <c:pt idx="11">
                  <c:v>2011-12</c:v>
                </c:pt>
                <c:pt idx="12">
                  <c:v>2012-01</c:v>
                </c:pt>
                <c:pt idx="13">
                  <c:v>2012-02</c:v>
                </c:pt>
                <c:pt idx="14">
                  <c:v>2012-03</c:v>
                </c:pt>
                <c:pt idx="15">
                  <c:v>2012-04</c:v>
                </c:pt>
                <c:pt idx="16">
                  <c:v>2012-05</c:v>
                </c:pt>
                <c:pt idx="17">
                  <c:v>2012-06</c:v>
                </c:pt>
                <c:pt idx="18">
                  <c:v>2012-07</c:v>
                </c:pt>
                <c:pt idx="19">
                  <c:v>2012-08</c:v>
                </c:pt>
                <c:pt idx="20">
                  <c:v>2012-09</c:v>
                </c:pt>
                <c:pt idx="21">
                  <c:v>2012-10</c:v>
                </c:pt>
                <c:pt idx="22">
                  <c:v>2012-11</c:v>
                </c:pt>
                <c:pt idx="23">
                  <c:v>2012-12</c:v>
                </c:pt>
                <c:pt idx="24">
                  <c:v>2013-01</c:v>
                </c:pt>
                <c:pt idx="25">
                  <c:v>2013-02</c:v>
                </c:pt>
                <c:pt idx="26">
                  <c:v>2013-03</c:v>
                </c:pt>
                <c:pt idx="27">
                  <c:v>2013-04</c:v>
                </c:pt>
                <c:pt idx="28">
                  <c:v>2013-05</c:v>
                </c:pt>
                <c:pt idx="29">
                  <c:v>2013-06</c:v>
                </c:pt>
                <c:pt idx="30">
                  <c:v>2013-07</c:v>
                </c:pt>
                <c:pt idx="31">
                  <c:v>2013-08</c:v>
                </c:pt>
                <c:pt idx="32">
                  <c:v>2013-09</c:v>
                </c:pt>
                <c:pt idx="33">
                  <c:v>2013-10</c:v>
                </c:pt>
                <c:pt idx="34">
                  <c:v>2013-11</c:v>
                </c:pt>
                <c:pt idx="35">
                  <c:v>2013-12</c:v>
                </c:pt>
                <c:pt idx="36">
                  <c:v>2014-01</c:v>
                </c:pt>
                <c:pt idx="37">
                  <c:v>2014-02</c:v>
                </c:pt>
                <c:pt idx="38">
                  <c:v>2014-03</c:v>
                </c:pt>
                <c:pt idx="39">
                  <c:v>2014-04</c:v>
                </c:pt>
                <c:pt idx="40">
                  <c:v>2014-05</c:v>
                </c:pt>
                <c:pt idx="41">
                  <c:v>2014-06</c:v>
                </c:pt>
                <c:pt idx="42">
                  <c:v>2014-07</c:v>
                </c:pt>
                <c:pt idx="43">
                  <c:v>2014-08</c:v>
                </c:pt>
                <c:pt idx="44">
                  <c:v>2014-09</c:v>
                </c:pt>
                <c:pt idx="45">
                  <c:v>2014-10</c:v>
                </c:pt>
                <c:pt idx="46">
                  <c:v>2014-11</c:v>
                </c:pt>
                <c:pt idx="47">
                  <c:v>2014-12</c:v>
                </c:pt>
              </c:strCache>
            </c: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98898.48886</c:v>
                </c:pt>
                <c:pt idx="1">
                  <c:v>91152.15698</c:v>
                </c:pt>
                <c:pt idx="2">
                  <c:v>145729.36736</c:v>
                </c:pt>
                <c:pt idx="3">
                  <c:v>116915.76418</c:v>
                </c:pt>
                <c:pt idx="4">
                  <c:v>146747.8361</c:v>
                </c:pt>
                <c:pt idx="5">
                  <c:v>215207.38022</c:v>
                </c:pt>
                <c:pt idx="6">
                  <c:v>115510.41912</c:v>
                </c:pt>
                <c:pt idx="7">
                  <c:v>207581.49122</c:v>
                </c:pt>
                <c:pt idx="8">
                  <c:v>290214.45534</c:v>
                </c:pt>
                <c:pt idx="9">
                  <c:v>199071.26404</c:v>
                </c:pt>
                <c:pt idx="10">
                  <c:v>298496.53752</c:v>
                </c:pt>
                <c:pt idx="11">
                  <c:v>333925.7346</c:v>
                </c:pt>
                <c:pt idx="12">
                  <c:v>135780.72024</c:v>
                </c:pt>
                <c:pt idx="13">
                  <c:v>100510.21698</c:v>
                </c:pt>
                <c:pt idx="14">
                  <c:v>163076.77116</c:v>
                </c:pt>
                <c:pt idx="15">
                  <c:v>161052.26952</c:v>
                </c:pt>
                <c:pt idx="16">
                  <c:v>208364.89124</c:v>
                </c:pt>
                <c:pt idx="17">
                  <c:v>256175.69842</c:v>
                </c:pt>
                <c:pt idx="18">
                  <c:v>145236.78512</c:v>
                </c:pt>
                <c:pt idx="19">
                  <c:v>303142.94238</c:v>
                </c:pt>
                <c:pt idx="20">
                  <c:v>289389.16564</c:v>
                </c:pt>
                <c:pt idx="21">
                  <c:v>252939.8502</c:v>
                </c:pt>
                <c:pt idx="22">
                  <c:v>323512.4169</c:v>
                </c:pt>
                <c:pt idx="23">
                  <c:v>338256.9666</c:v>
                </c:pt>
                <c:pt idx="24">
                  <c:v>199185.90738</c:v>
                </c:pt>
                <c:pt idx="25">
                  <c:v>167239.6504</c:v>
                </c:pt>
                <c:pt idx="26">
                  <c:v>198594.03012</c:v>
                </c:pt>
                <c:pt idx="27">
                  <c:v>177821.31684</c:v>
                </c:pt>
                <c:pt idx="28">
                  <c:v>260498.5647</c:v>
                </c:pt>
                <c:pt idx="29">
                  <c:v>396519.6119</c:v>
                </c:pt>
                <c:pt idx="30">
                  <c:v>229928.952</c:v>
                </c:pt>
                <c:pt idx="31">
                  <c:v>326488.78936</c:v>
                </c:pt>
                <c:pt idx="32">
                  <c:v>376619.24568</c:v>
                </c:pt>
                <c:pt idx="33">
                  <c:v>293406.64288</c:v>
                </c:pt>
                <c:pt idx="34">
                  <c:v>373989.3601</c:v>
                </c:pt>
                <c:pt idx="35">
                  <c:v>405454.37802</c:v>
                </c:pt>
                <c:pt idx="36">
                  <c:v>241268.55566</c:v>
                </c:pt>
                <c:pt idx="37">
                  <c:v>184837.35556</c:v>
                </c:pt>
                <c:pt idx="38">
                  <c:v>263100.77262</c:v>
                </c:pt>
                <c:pt idx="39">
                  <c:v>242771.8613</c:v>
                </c:pt>
                <c:pt idx="40">
                  <c:v>288401.04614</c:v>
                </c:pt>
                <c:pt idx="41">
                  <c:v>401814.0631</c:v>
                </c:pt>
                <c:pt idx="42">
                  <c:v>258705.68048</c:v>
                </c:pt>
                <c:pt idx="43">
                  <c:v>456619.94236</c:v>
                </c:pt>
                <c:pt idx="44">
                  <c:v>481157.2437</c:v>
                </c:pt>
                <c:pt idx="45">
                  <c:v>422766.62916</c:v>
                </c:pt>
                <c:pt idx="46">
                  <c:v>555279.027</c:v>
                </c:pt>
                <c:pt idx="47">
                  <c:v>503143.69348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6507949.41786</c:v>
                </c:pt>
                <c:pt idx="1">
                  <c:v>3824697.52146</c:v>
                </c:pt>
                <c:pt idx="2">
                  <c:v>2309854.97056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Apple Smart Phone, Full Size</c:v>
                </c:pt>
                <c:pt idx="1">
                  <c:v>Cisco Smart Phone, Full Size</c:v>
                </c:pt>
                <c:pt idx="2">
                  <c:v>Motorola Smart Phone, Full Size</c:v>
                </c:pt>
                <c:pt idx="3">
                  <c:v>Nokia Smart Phone, Full Size</c:v>
                </c:pt>
                <c:pt idx="4">
                  <c:v>Canon imageCLASS 2200 Advanced Copier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86935.7786</c:v>
                </c:pt>
                <c:pt idx="1">
                  <c:v>76441.5306</c:v>
                </c:pt>
                <c:pt idx="2">
                  <c:v>73156.303</c:v>
                </c:pt>
                <c:pt idx="3">
                  <c:v>71904.5555</c:v>
                </c:pt>
                <c:pt idx="4">
                  <c:v>61599.824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Global Store Sales Business 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Total Sales
</a:t>
            </a:r>
          </a:p>
          <a:p>
            <a:r>
              <a:rPr sz="1800"/>
              <a:t>12642501.91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Total Profit
</a:t>
            </a:r>
          </a:p>
          <a:p>
            <a:r>
              <a:rPr sz="1800"/>
              <a:t>1467457.29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Total Orders
</a:t>
            </a:r>
          </a:p>
          <a:p>
            <a:r>
              <a:rPr sz="1800"/>
              <a:t>25035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Avg Discount
</a:t>
            </a:r>
          </a:p>
          <a:p>
            <a:r>
              <a:rPr sz="1800"/>
              <a:t>0.14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